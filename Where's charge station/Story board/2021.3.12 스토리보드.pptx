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43B36-5477-43A3-A62D-BFFBB0D10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1BA8FF-59A7-499D-B9F5-68669F5C9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9D165-EA4C-4579-B5E2-4AB64452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B4FFB3-4407-4F9D-A2BA-AA0AA437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BF6E14-63F6-40F3-B9A0-273165C6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21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95188-3040-4B93-A574-60AEB357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37022B-C2FE-4F2C-A530-BE5E6746B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4AE33B-CC76-4631-9EC6-35B4DB5D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526D6-B79C-479D-B341-DA9E408B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F806F-CB67-4A6E-99FB-9EE5D6FC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30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2C46F-B18A-4C8B-8686-389535C0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1706A4-5695-4C5F-8323-A7463131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FF98B-5C89-4EE7-B58A-0DD39762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B924F-0539-493F-9A6E-E5A6005E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8FC42-E9D3-434B-AF49-545A8BA8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64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36973-8191-4532-A7EF-59666FDB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0373A4-389E-4DE2-85CC-E1D054B48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A7AD97-1EE1-43A6-8714-B60CD70D1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5DF2F8-35ED-4443-8789-51B06EE7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B7747C-CBEE-4B0B-A88C-679106D8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50D68-5E62-4019-B290-36D65CC6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52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A6CEC-C6E3-49B2-8E28-B49E57F4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FCB7C3-F6C7-44F5-84BF-2532E3687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C3D7F6-AEFE-4177-8281-3A724F3EF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82E1C1-8C64-4358-92C9-5AE2BE3DB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4733C2-51F3-4897-8E52-3DC56788D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22BDCD-ADB5-4788-8B01-6CA4FA87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90E529-A15E-4FA0-BEC5-FF8809D8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942C3A-E1B1-4EF9-8F54-D8ED3D1F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8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88477-0F8A-41DD-82A8-2C293C4D0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465C69-54CD-448D-94A7-01DCB52C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AD6D79-A11C-4A62-AED3-1362FF15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BEEDF7-CE0C-48BA-8305-E5F550E2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5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343BC3-99DC-41A9-AE0D-AC9BC4C5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E972FA-6401-4F54-B9C0-4D522E7E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754F2-7964-4F56-8C92-DD1C9CED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52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63BF0-DF81-442D-824E-911DA76B4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96666F-B52D-416F-A36D-AF85C7EA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AADD5A-3E74-4A9A-89F9-1D1FF44BD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2E347-9B01-41C9-B88F-AAEF1FF5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1348D4-3FD4-4D4F-BEBB-FD0E74E7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A65043-F587-4581-8FBE-9610D098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9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C0693-208A-4170-B1E3-4542096A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512680-A0C5-4686-B676-A5BAC54E9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9686DC-14EC-438D-AB11-298E27148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5054A8-7B5F-4700-8EFE-DFB9B534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780826-B483-4BEC-8AE9-6664ED94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0D9224-455F-4516-A34D-6A644D03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17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01862-5AFE-4333-A3EE-F8956B4A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FE1759-D14C-4325-A9BF-ECB65D6C3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EB12B4-A662-4672-BE66-8800651C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ABF190-1E8E-4FE5-9AD7-1F84741B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AEB86-2944-455B-BA02-9FDAEB9D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35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BBEC67-24FC-40B2-A2F4-F6D46CA51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EA1C1A-17CD-4BBF-A40D-36A1A3682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7F753-21F9-4D55-B58E-A8B9D6D8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72A51-DECE-4909-8EAA-941881A6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E68DC-2C85-4BA3-A4FC-4DF2836C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4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7B6BF4-D5DB-4815-A255-6B2D2A12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ADDC55-20FE-46FD-9D56-19A53157D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952C42-8441-4117-9B2B-0D22D6AFB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D08A67-6850-400E-882A-A482C0660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E3722-7382-4B90-9827-12BFD9154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6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724179" y="128678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/>
              <a:t>K-</a:t>
            </a:r>
            <a:r>
              <a:rPr lang="ko-KR" altLang="en-US" sz="3000" dirty="0"/>
              <a:t>복학생</a:t>
            </a:r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2115" y="1844769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2">
            <a:extLst>
              <a:ext uri="{FF2B5EF4-FFF2-40B4-BE49-F238E27FC236}">
                <a16:creationId xmlns:a16="http://schemas.microsoft.com/office/drawing/2014/main" id="{C8EDB362-13DE-43C1-818F-8FDFB5B4A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790752"/>
              </p:ext>
            </p:extLst>
          </p:nvPr>
        </p:nvGraphicFramePr>
        <p:xfrm>
          <a:off x="202601" y="4235570"/>
          <a:ext cx="8814525" cy="2046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905">
                  <a:extLst>
                    <a:ext uri="{9D8B030D-6E8A-4147-A177-3AD203B41FA5}">
                      <a16:colId xmlns:a16="http://schemas.microsoft.com/office/drawing/2014/main" val="3184771569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648216361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1327232310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4012453276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3365228131"/>
                    </a:ext>
                  </a:extLst>
                </a:gridCol>
              </a:tblGrid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학번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학과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이름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역할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프로젝트명</a:t>
                      </a:r>
                    </a:p>
                  </a:txBody>
                  <a:tcPr marL="100910" marR="100910" marT="50455" marB="50455"/>
                </a:tc>
                <a:extLst>
                  <a:ext uri="{0D108BD9-81ED-4DB2-BD59-A6C34878D82A}">
                    <a16:rowId xmlns:a16="http://schemas.microsoft.com/office/drawing/2014/main" val="3349858594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7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endParaRPr lang="en-US" altLang="ko-KR" sz="17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r>
                        <a:rPr lang="ko-KR" altLang="en-US" sz="17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스마트 소프트 </a:t>
                      </a:r>
                      <a:r>
                        <a:rPr lang="ko-KR" altLang="en-US" sz="1700" dirty="0" err="1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웨어과</a:t>
                      </a:r>
                      <a:endParaRPr lang="ko-KR" altLang="en-US" sz="17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하동호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원맨쇼</a:t>
                      </a:r>
                    </a:p>
                  </a:txBody>
                  <a:tcPr marL="100910" marR="100910" marT="50455" marB="50455"/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endParaRPr lang="en-US" altLang="ko-KR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충전기 </a:t>
                      </a:r>
                      <a:r>
                        <a:rPr lang="ko-KR" altLang="en-US" sz="1800" dirty="0" err="1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어딧어</a:t>
                      </a:r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extLst>
                  <a:ext uri="{0D108BD9-81ED-4DB2-BD59-A6C34878D82A}">
                    <a16:rowId xmlns:a16="http://schemas.microsoft.com/office/drawing/2014/main" val="280990532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유승현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치어리더</a:t>
                      </a: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853870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이용재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응원단장</a:t>
                      </a: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255623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송치호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치어리더</a:t>
                      </a: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3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55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10567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목차</a:t>
            </a:r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4809" y="2058856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E8A4A0E-CC94-48C6-9DB2-54675BFCA61C}"/>
              </a:ext>
            </a:extLst>
          </p:cNvPr>
          <p:cNvSpPr/>
          <p:nvPr/>
        </p:nvSpPr>
        <p:spPr>
          <a:xfrm>
            <a:off x="314154" y="3301007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592015" y="1892019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소개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6FCE3-686D-4CE8-87AC-30F9838711EF}"/>
              </a:ext>
            </a:extLst>
          </p:cNvPr>
          <p:cNvSpPr txBox="1"/>
          <p:nvPr/>
        </p:nvSpPr>
        <p:spPr>
          <a:xfrm>
            <a:off x="587314" y="3134170"/>
            <a:ext cx="1864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IA </a:t>
            </a:r>
            <a:r>
              <a:rPr lang="en-US" altLang="ko-KR" sz="2400" dirty="0" err="1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SiteMap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F8A93FF-E8FD-4F4F-B53C-6A8320D2A611}"/>
              </a:ext>
            </a:extLst>
          </p:cNvPr>
          <p:cNvSpPr/>
          <p:nvPr/>
        </p:nvSpPr>
        <p:spPr>
          <a:xfrm>
            <a:off x="324809" y="5614435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96567C-CD80-4768-AC16-8E5003ACCD76}"/>
              </a:ext>
            </a:extLst>
          </p:cNvPr>
          <p:cNvSpPr txBox="1"/>
          <p:nvPr/>
        </p:nvSpPr>
        <p:spPr>
          <a:xfrm>
            <a:off x="587314" y="5447598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화면 구성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F510A4D-ED34-496F-AB30-13AD72C8760A}"/>
              </a:ext>
            </a:extLst>
          </p:cNvPr>
          <p:cNvSpPr/>
          <p:nvPr/>
        </p:nvSpPr>
        <p:spPr>
          <a:xfrm>
            <a:off x="324808" y="4543158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83549B-1304-437F-A85D-D3BE789868C6}"/>
              </a:ext>
            </a:extLst>
          </p:cNvPr>
          <p:cNvSpPr txBox="1"/>
          <p:nvPr/>
        </p:nvSpPr>
        <p:spPr>
          <a:xfrm>
            <a:off x="587314" y="4376321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ER Diagram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552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295465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프로젝트 소개</a:t>
            </a:r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2062085" y="1069351"/>
            <a:ext cx="1554517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6495B8-FD87-4390-8620-A01ACD323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01" y="1800225"/>
            <a:ext cx="4998573" cy="4134161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5AC753E-4D5B-4B71-97CD-ABF6BA23CFC5}"/>
              </a:ext>
            </a:extLst>
          </p:cNvPr>
          <p:cNvSpPr/>
          <p:nvPr/>
        </p:nvSpPr>
        <p:spPr>
          <a:xfrm>
            <a:off x="5374548" y="1800225"/>
            <a:ext cx="6121771" cy="126175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A175B1F-2DD0-4BD1-B11A-96F52FF73974}"/>
              </a:ext>
            </a:extLst>
          </p:cNvPr>
          <p:cNvCxnSpPr>
            <a:cxnSpLocks/>
          </p:cNvCxnSpPr>
          <p:nvPr/>
        </p:nvCxnSpPr>
        <p:spPr>
          <a:xfrm>
            <a:off x="5374548" y="2208142"/>
            <a:ext cx="61217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02C5711-9FDF-433C-A70C-7F4ED7D38103}"/>
              </a:ext>
            </a:extLst>
          </p:cNvPr>
          <p:cNvSpPr txBox="1"/>
          <p:nvPr/>
        </p:nvSpPr>
        <p:spPr>
          <a:xfrm>
            <a:off x="5420314" y="1837686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※ </a:t>
            </a:r>
            <a:r>
              <a:rPr lang="ko-KR" altLang="en-US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목적</a:t>
            </a:r>
            <a:endParaRPr lang="en-US" altLang="ko-KR" sz="18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12F73B-101D-4A18-BE81-63326BB8CD63}"/>
              </a:ext>
            </a:extLst>
          </p:cNvPr>
          <p:cNvSpPr txBox="1"/>
          <p:nvPr/>
        </p:nvSpPr>
        <p:spPr>
          <a:xfrm>
            <a:off x="5420314" y="2245603"/>
            <a:ext cx="526778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현재 전세계적으로 전기차의 생산량이 많아지는 추세입니다</a:t>
            </a:r>
            <a:endParaRPr lang="en-US" altLang="ko-KR" sz="14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그에 따라 저희는 전기차의 원동력을 채워주는 충전소의 위치를</a:t>
            </a:r>
            <a:endParaRPr lang="en-US" altLang="ko-KR" sz="14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파악 후 위치제공 서비스를 하는 프로젝트 입니다</a:t>
            </a:r>
            <a:r>
              <a:rPr lang="en-US" altLang="ko-KR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8389A2-DD48-4ADE-B74F-CE60CDA291E6}"/>
              </a:ext>
            </a:extLst>
          </p:cNvPr>
          <p:cNvSpPr/>
          <p:nvPr/>
        </p:nvSpPr>
        <p:spPr>
          <a:xfrm>
            <a:off x="5408826" y="3236426"/>
            <a:ext cx="6121771" cy="126175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943CB4B-6E42-4051-86CE-940A967150C0}"/>
              </a:ext>
            </a:extLst>
          </p:cNvPr>
          <p:cNvCxnSpPr/>
          <p:nvPr/>
        </p:nvCxnSpPr>
        <p:spPr>
          <a:xfrm>
            <a:off x="5403470" y="3622886"/>
            <a:ext cx="6115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88B6821-45E7-44A5-919A-E726FC84C402}"/>
              </a:ext>
            </a:extLst>
          </p:cNvPr>
          <p:cNvSpPr txBox="1"/>
          <p:nvPr/>
        </p:nvSpPr>
        <p:spPr>
          <a:xfrm>
            <a:off x="5420314" y="3253554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※ </a:t>
            </a:r>
            <a:r>
              <a:rPr lang="ko-KR" altLang="en-US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컨셉 </a:t>
            </a:r>
            <a:endParaRPr lang="en-US" altLang="ko-KR" sz="18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04DC6D-F63B-4C70-B99A-F08EF47E2CC8}"/>
              </a:ext>
            </a:extLst>
          </p:cNvPr>
          <p:cNvSpPr txBox="1"/>
          <p:nvPr/>
        </p:nvSpPr>
        <p:spPr>
          <a:xfrm>
            <a:off x="5512369" y="383474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??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B394891-1146-4690-B723-0A9D50431B08}"/>
              </a:ext>
            </a:extLst>
          </p:cNvPr>
          <p:cNvSpPr/>
          <p:nvPr/>
        </p:nvSpPr>
        <p:spPr>
          <a:xfrm>
            <a:off x="5397339" y="4672629"/>
            <a:ext cx="6121771" cy="126175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2DE352B-E0EE-4A2C-9010-CE989F9F1807}"/>
              </a:ext>
            </a:extLst>
          </p:cNvPr>
          <p:cNvCxnSpPr/>
          <p:nvPr/>
        </p:nvCxnSpPr>
        <p:spPr>
          <a:xfrm>
            <a:off x="5403470" y="5059959"/>
            <a:ext cx="6115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ACDFC46-FEBF-4F11-BD31-A99C40807F90}"/>
              </a:ext>
            </a:extLst>
          </p:cNvPr>
          <p:cNvSpPr txBox="1"/>
          <p:nvPr/>
        </p:nvSpPr>
        <p:spPr>
          <a:xfrm>
            <a:off x="5443291" y="4683721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※ </a:t>
            </a:r>
            <a:r>
              <a:rPr lang="ko-KR" altLang="en-US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내부 기능 간단 소개 </a:t>
            </a:r>
            <a:endParaRPr lang="en-US" altLang="ko-KR" sz="18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  <a:p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F6226A-41B7-4028-A7F5-AAE002E6D728}"/>
              </a:ext>
            </a:extLst>
          </p:cNvPr>
          <p:cNvSpPr txBox="1"/>
          <p:nvPr/>
        </p:nvSpPr>
        <p:spPr>
          <a:xfrm>
            <a:off x="3878313" y="5077370"/>
            <a:ext cx="60987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1. </a:t>
            </a:r>
            <a:r>
              <a:rPr lang="ko-KR" altLang="en-US" sz="1200" dirty="0">
                <a:solidFill>
                  <a:schemeClr val="bg1"/>
                </a:solidFill>
              </a:rPr>
              <a:t>전국 전기차 충전소 위치 및 수량 파악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ED2362-9746-4266-8A93-66448DFD3ECF}"/>
              </a:ext>
            </a:extLst>
          </p:cNvPr>
          <p:cNvSpPr txBox="1"/>
          <p:nvPr/>
        </p:nvSpPr>
        <p:spPr>
          <a:xfrm>
            <a:off x="5443291" y="5330052"/>
            <a:ext cx="4701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</a:rPr>
              <a:t>사용자 위치를 통한 최단루트 서비스 제공 </a:t>
            </a:r>
            <a:r>
              <a:rPr lang="en-US" altLang="ko-KR" sz="1200" dirty="0">
                <a:solidFill>
                  <a:schemeClr val="bg1"/>
                </a:solidFill>
              </a:rPr>
              <a:t>&lt;&lt; </a:t>
            </a:r>
            <a:r>
              <a:rPr lang="ko-KR" altLang="en-US" sz="1200" dirty="0" err="1">
                <a:solidFill>
                  <a:schemeClr val="bg1"/>
                </a:solidFill>
              </a:rPr>
              <a:t>만들수잇냐</a:t>
            </a:r>
            <a:r>
              <a:rPr lang="ko-KR" altLang="en-US" sz="1200" dirty="0">
                <a:solidFill>
                  <a:schemeClr val="bg1"/>
                </a:solidFill>
              </a:rPr>
              <a:t> 이거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D6D306-62AB-4C8E-9F13-71C44307FA78}"/>
              </a:ext>
            </a:extLst>
          </p:cNvPr>
          <p:cNvSpPr txBox="1"/>
          <p:nvPr/>
        </p:nvSpPr>
        <p:spPr>
          <a:xfrm>
            <a:off x="5442986" y="5567790"/>
            <a:ext cx="35541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</a:rPr>
              <a:t>기능 </a:t>
            </a:r>
            <a:r>
              <a:rPr lang="ko-KR" altLang="en-US" sz="1200" dirty="0" err="1">
                <a:solidFill>
                  <a:schemeClr val="bg1"/>
                </a:solidFill>
              </a:rPr>
              <a:t>머머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넣을거냐</a:t>
            </a:r>
            <a:r>
              <a:rPr lang="ko-KR" altLang="en-US" sz="1200" dirty="0">
                <a:solidFill>
                  <a:schemeClr val="bg1"/>
                </a:solidFill>
              </a:rPr>
              <a:t> 제대로 </a:t>
            </a:r>
            <a:r>
              <a:rPr lang="ko-KR" altLang="en-US" sz="1200" dirty="0" err="1">
                <a:solidFill>
                  <a:schemeClr val="bg1"/>
                </a:solidFill>
              </a:rPr>
              <a:t>안정해진거</a:t>
            </a:r>
            <a:r>
              <a:rPr lang="ko-KR" altLang="en-US" sz="1200" dirty="0">
                <a:solidFill>
                  <a:schemeClr val="bg1"/>
                </a:solidFill>
              </a:rPr>
              <a:t> 아니냐</a:t>
            </a:r>
          </a:p>
        </p:txBody>
      </p:sp>
    </p:spTree>
    <p:extLst>
      <p:ext uri="{BB962C8B-B14F-4D97-AF65-F5344CB8AC3E}">
        <p14:creationId xmlns:p14="http://schemas.microsoft.com/office/powerpoint/2010/main" val="411573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392889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400" dirty="0"/>
              <a:t>IA </a:t>
            </a:r>
            <a:r>
              <a:rPr lang="en-US" altLang="ko-KR" sz="3400" dirty="0" err="1"/>
              <a:t>SiteMap</a:t>
            </a:r>
            <a:r>
              <a:rPr lang="en-US" altLang="ko-KR" sz="3400" dirty="0"/>
              <a:t>(</a:t>
            </a:r>
            <a:r>
              <a:rPr lang="ko-KR" altLang="en-US" sz="3400" dirty="0"/>
              <a:t>미완성</a:t>
            </a:r>
            <a:r>
              <a:rPr lang="en-US" altLang="ko-KR" sz="3400" dirty="0"/>
              <a:t>)</a:t>
            </a:r>
            <a:endParaRPr lang="ko-KR" altLang="en-US" sz="34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7">
            <a:extLst>
              <a:ext uri="{FF2B5EF4-FFF2-40B4-BE49-F238E27FC236}">
                <a16:creationId xmlns:a16="http://schemas.microsoft.com/office/drawing/2014/main" id="{2FA1AF44-EDE0-4184-962E-4ACC6CD9708E}"/>
              </a:ext>
            </a:extLst>
          </p:cNvPr>
          <p:cNvSpPr/>
          <p:nvPr/>
        </p:nvSpPr>
        <p:spPr>
          <a:xfrm>
            <a:off x="4420809" y="1850465"/>
            <a:ext cx="1800225" cy="540067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Main</a:t>
            </a:r>
          </a:p>
        </p:txBody>
      </p:sp>
      <p:sp>
        <p:nvSpPr>
          <p:cNvPr id="28" name="모서리가 둥근 직사각형 8">
            <a:extLst>
              <a:ext uri="{FF2B5EF4-FFF2-40B4-BE49-F238E27FC236}">
                <a16:creationId xmlns:a16="http://schemas.microsoft.com/office/drawing/2014/main" id="{4D108576-8EF0-4B8F-9595-9CF82A206A5F}"/>
              </a:ext>
            </a:extLst>
          </p:cNvPr>
          <p:cNvSpPr/>
          <p:nvPr/>
        </p:nvSpPr>
        <p:spPr>
          <a:xfrm>
            <a:off x="1842565" y="2833881"/>
            <a:ext cx="1800225" cy="540067"/>
          </a:xfrm>
          <a:prstGeom prst="round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Sign up</a:t>
            </a:r>
          </a:p>
        </p:txBody>
      </p:sp>
      <p:sp>
        <p:nvSpPr>
          <p:cNvPr id="29" name="모서리가 둥근 직사각형 8">
            <a:extLst>
              <a:ext uri="{FF2B5EF4-FFF2-40B4-BE49-F238E27FC236}">
                <a16:creationId xmlns:a16="http://schemas.microsoft.com/office/drawing/2014/main" id="{7A29A5B1-04B9-4500-BE41-4BDA3C5EF11E}"/>
              </a:ext>
            </a:extLst>
          </p:cNvPr>
          <p:cNvSpPr/>
          <p:nvPr/>
        </p:nvSpPr>
        <p:spPr>
          <a:xfrm>
            <a:off x="6993721" y="2833879"/>
            <a:ext cx="1800225" cy="540067"/>
          </a:xfrm>
          <a:prstGeom prst="round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/>
              <a:t>채우시오</a:t>
            </a:r>
            <a:endParaRPr lang="en-US" altLang="ko-KR" dirty="0"/>
          </a:p>
        </p:txBody>
      </p:sp>
      <p:sp>
        <p:nvSpPr>
          <p:cNvPr id="30" name="모서리가 둥근 직사각형 8">
            <a:extLst>
              <a:ext uri="{FF2B5EF4-FFF2-40B4-BE49-F238E27FC236}">
                <a16:creationId xmlns:a16="http://schemas.microsoft.com/office/drawing/2014/main" id="{5E48601B-118A-4AB4-B37E-3E1AB119E43E}"/>
              </a:ext>
            </a:extLst>
          </p:cNvPr>
          <p:cNvSpPr/>
          <p:nvPr/>
        </p:nvSpPr>
        <p:spPr>
          <a:xfrm>
            <a:off x="4420808" y="2833880"/>
            <a:ext cx="1800225" cy="540067"/>
          </a:xfrm>
          <a:prstGeom prst="round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빈칸을</a:t>
            </a:r>
            <a:endParaRPr lang="en-US" altLang="ko-KR" dirty="0"/>
          </a:p>
        </p:txBody>
      </p:sp>
      <p:sp>
        <p:nvSpPr>
          <p:cNvPr id="31" name="모서리가 둥근 직사각형 25">
            <a:extLst>
              <a:ext uri="{FF2B5EF4-FFF2-40B4-BE49-F238E27FC236}">
                <a16:creationId xmlns:a16="http://schemas.microsoft.com/office/drawing/2014/main" id="{1B0B0F6F-329D-48E6-97C5-018C6F0B7474}"/>
              </a:ext>
            </a:extLst>
          </p:cNvPr>
          <p:cNvSpPr/>
          <p:nvPr/>
        </p:nvSpPr>
        <p:spPr>
          <a:xfrm>
            <a:off x="2022587" y="3760158"/>
            <a:ext cx="1440180" cy="432054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dk1"/>
                </a:solidFill>
              </a:rPr>
              <a:t>Login</a:t>
            </a:r>
          </a:p>
        </p:txBody>
      </p:sp>
      <p:sp>
        <p:nvSpPr>
          <p:cNvPr id="32" name="모서리가 둥근 직사각형 25">
            <a:extLst>
              <a:ext uri="{FF2B5EF4-FFF2-40B4-BE49-F238E27FC236}">
                <a16:creationId xmlns:a16="http://schemas.microsoft.com/office/drawing/2014/main" id="{59F3BE51-90BE-4163-927C-CC6E34CA6001}"/>
              </a:ext>
            </a:extLst>
          </p:cNvPr>
          <p:cNvSpPr/>
          <p:nvPr/>
        </p:nvSpPr>
        <p:spPr>
          <a:xfrm>
            <a:off x="4600830" y="3760158"/>
            <a:ext cx="1440180" cy="432054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dirty="0" err="1">
                <a:solidFill>
                  <a:schemeClr val="dk1"/>
                </a:solidFill>
              </a:rPr>
              <a:t>ㅋ</a:t>
            </a:r>
            <a:endParaRPr lang="en-US" altLang="ko-KR" sz="1600" dirty="0">
              <a:solidFill>
                <a:schemeClr val="dk1"/>
              </a:solidFill>
            </a:endParaRPr>
          </a:p>
        </p:txBody>
      </p:sp>
      <p:sp>
        <p:nvSpPr>
          <p:cNvPr id="33" name="모서리가 둥근 직사각형 25">
            <a:extLst>
              <a:ext uri="{FF2B5EF4-FFF2-40B4-BE49-F238E27FC236}">
                <a16:creationId xmlns:a16="http://schemas.microsoft.com/office/drawing/2014/main" id="{F45611CF-F424-46B4-A64E-CDCFB1F89EB8}"/>
              </a:ext>
            </a:extLst>
          </p:cNvPr>
          <p:cNvSpPr/>
          <p:nvPr/>
        </p:nvSpPr>
        <p:spPr>
          <a:xfrm>
            <a:off x="7179073" y="3760158"/>
            <a:ext cx="1440180" cy="432054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dirty="0" err="1">
                <a:solidFill>
                  <a:schemeClr val="dk1"/>
                </a:solidFill>
              </a:rPr>
              <a:t>ㅋㅋ</a:t>
            </a:r>
            <a:endParaRPr lang="en-US" altLang="ko-KR" sz="1600" dirty="0">
              <a:solidFill>
                <a:schemeClr val="dk1"/>
              </a:solidFill>
            </a:endParaRPr>
          </a:p>
        </p:txBody>
      </p:sp>
      <p:sp>
        <p:nvSpPr>
          <p:cNvPr id="34" name="모서리가 둥근 직사각형 25">
            <a:extLst>
              <a:ext uri="{FF2B5EF4-FFF2-40B4-BE49-F238E27FC236}">
                <a16:creationId xmlns:a16="http://schemas.microsoft.com/office/drawing/2014/main" id="{9F1FF3B4-9363-497B-9720-109F102B9EE5}"/>
              </a:ext>
            </a:extLst>
          </p:cNvPr>
          <p:cNvSpPr/>
          <p:nvPr/>
        </p:nvSpPr>
        <p:spPr>
          <a:xfrm>
            <a:off x="1473557" y="4657588"/>
            <a:ext cx="1219417" cy="36582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dk1"/>
                </a:solidFill>
              </a:rPr>
              <a:t>ID</a:t>
            </a:r>
          </a:p>
        </p:txBody>
      </p:sp>
      <p:sp>
        <p:nvSpPr>
          <p:cNvPr id="35" name="모서리가 둥근 직사각형 25">
            <a:extLst>
              <a:ext uri="{FF2B5EF4-FFF2-40B4-BE49-F238E27FC236}">
                <a16:creationId xmlns:a16="http://schemas.microsoft.com/office/drawing/2014/main" id="{EF1F8139-4335-4669-94F8-6F9F03547F68}"/>
              </a:ext>
            </a:extLst>
          </p:cNvPr>
          <p:cNvSpPr/>
          <p:nvPr/>
        </p:nvSpPr>
        <p:spPr>
          <a:xfrm>
            <a:off x="2712130" y="4657588"/>
            <a:ext cx="1219417" cy="36582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dk1"/>
                </a:solidFill>
              </a:rPr>
              <a:t>PW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4741EC-7430-472C-A60E-7854B6E94F9D}"/>
              </a:ext>
            </a:extLst>
          </p:cNvPr>
          <p:cNvCxnSpPr>
            <a:stCxn id="22" idx="2"/>
            <a:endCxn id="28" idx="0"/>
          </p:cNvCxnSpPr>
          <p:nvPr/>
        </p:nvCxnSpPr>
        <p:spPr>
          <a:xfrm flipH="1">
            <a:off x="2742678" y="2390532"/>
            <a:ext cx="2578244" cy="443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3280800-1668-4B44-B842-3F4413428444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5320921" y="2390532"/>
            <a:ext cx="1" cy="443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0F01C17-1209-4163-905B-4A8901F59266}"/>
              </a:ext>
            </a:extLst>
          </p:cNvPr>
          <p:cNvCxnSpPr>
            <a:cxnSpLocks/>
            <a:stCxn id="29" idx="0"/>
            <a:endCxn id="22" idx="2"/>
          </p:cNvCxnSpPr>
          <p:nvPr/>
        </p:nvCxnSpPr>
        <p:spPr>
          <a:xfrm flipH="1" flipV="1">
            <a:off x="5320922" y="2390532"/>
            <a:ext cx="2572912" cy="44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DFB4CDB-F8B6-47C4-B684-B9B39135C002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2742677" y="3373948"/>
            <a:ext cx="1" cy="386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8F69556-39C8-40CF-973F-6968C45A7F03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5320920" y="3373947"/>
            <a:ext cx="1" cy="386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8110630-97D4-4A0B-A2AB-AA42AF429350}"/>
              </a:ext>
            </a:extLst>
          </p:cNvPr>
          <p:cNvCxnSpPr>
            <a:cxnSpLocks/>
            <a:stCxn id="33" idx="0"/>
            <a:endCxn id="29" idx="2"/>
          </p:cNvCxnSpPr>
          <p:nvPr/>
        </p:nvCxnSpPr>
        <p:spPr>
          <a:xfrm flipH="1" flipV="1">
            <a:off x="7893834" y="3373946"/>
            <a:ext cx="5329" cy="386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644C819-0651-41F3-95E3-F3A1BD9C00FE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2742677" y="4192212"/>
            <a:ext cx="579162" cy="465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01F1D0F-ADF0-4F7E-85D4-5DEF439DF15F}"/>
              </a:ext>
            </a:extLst>
          </p:cNvPr>
          <p:cNvCxnSpPr>
            <a:cxnSpLocks/>
            <a:stCxn id="34" idx="0"/>
            <a:endCxn id="31" idx="2"/>
          </p:cNvCxnSpPr>
          <p:nvPr/>
        </p:nvCxnSpPr>
        <p:spPr>
          <a:xfrm flipV="1">
            <a:off x="2083266" y="4192212"/>
            <a:ext cx="659411" cy="465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40767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400" dirty="0"/>
              <a:t>ER Diagram(</a:t>
            </a:r>
            <a:r>
              <a:rPr lang="ko-KR" altLang="en-US" sz="3400" dirty="0"/>
              <a:t>미완성</a:t>
            </a:r>
            <a:r>
              <a:rPr lang="en-US" altLang="ko-KR" sz="3400" dirty="0"/>
              <a:t>)</a:t>
            </a:r>
            <a:endParaRPr lang="ko-KR" altLang="en-US" sz="34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29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5503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프로젝트 화면구성</a:t>
            </a:r>
            <a:r>
              <a:rPr lang="en-US" altLang="ko-KR" sz="3200" dirty="0"/>
              <a:t>(</a:t>
            </a:r>
            <a:r>
              <a:rPr lang="ko-KR" altLang="en-US" sz="3200" dirty="0" err="1"/>
              <a:t>ㅊㅍㅇㅈ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13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6324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프로젝트 화면구성</a:t>
            </a:r>
            <a:r>
              <a:rPr lang="en-US" altLang="ko-KR" sz="3200" dirty="0"/>
              <a:t>(</a:t>
            </a:r>
            <a:r>
              <a:rPr lang="ko-KR" altLang="en-US" sz="3200" dirty="0" err="1"/>
              <a:t>ㄷㅂㅉㅍㅇㅈ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43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130</Words>
  <Application>Microsoft Office PowerPoint</Application>
  <PresentationFormat>와이드스크린</PresentationFormat>
  <Paragraphs>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Adobe 명조 Std 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이용재</dc:creator>
  <cp:lastModifiedBy>이용재</cp:lastModifiedBy>
  <cp:revision>9</cp:revision>
  <dcterms:created xsi:type="dcterms:W3CDTF">2021-03-12T08:33:54Z</dcterms:created>
  <dcterms:modified xsi:type="dcterms:W3CDTF">2021-03-12T10:56:35Z</dcterms:modified>
</cp:coreProperties>
</file>